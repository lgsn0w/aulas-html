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 ·  WEB  ·  JAVASCRIPT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JavaScript: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C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sólidos.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span, os 3 jeitos de encontrar um elemento, e os primeiros comportamentos.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044"/>
                </a:solidFill>
              </a:rPr>
              <a:t>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49103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div/span, getElementById, querySelector, dark mode e curtidas.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44348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044"/>
                </a:solidFill>
              </a:rPr>
              <a:t>PRÉ-REQUISITO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16552" y="49103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 class da aula passada. Se não fez, volte lá primeiro.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4434840"/>
            <a:ext cx="33375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044"/>
                </a:solidFill>
              </a:rPr>
              <a:t>REGRA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28432" y="49103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resolve quase tudo — mas os outros existem por bons motivos.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terceiro arquivo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 CSS vocês já sabem — inclusive id e class. Hoje o JS entra por cima.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organiza o conteúdo. Tags, id, class.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14884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33756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define o visual. Cores, espaçamento, seletores.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33756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define reações. O que muda quando o usuário age.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0698480" cy="530352"/>
          </a:xfrm>
          <a:prstGeom prst="roundRect">
            <a:avLst>
              <a:gd name="adj" fmla="val 12069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71500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JS: a página é uma foto. Com JS: a página é um objeto que responde.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JavaScript?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linguagem de programação que roda dentro do navegador.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698480" cy="114300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134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0" y="23134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pequeno, escrito pra rodar dentro da página, não sozinho como um .exe.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0698480" cy="114300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393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0" y="363931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espera algo acontecer — um clique, uma tecla — pra então agir.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0698480" cy="1143000"/>
          </a:xfrm>
          <a:prstGeom prst="roundRect">
            <a:avLst>
              <a:gd name="adj" fmla="val 56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965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0" y="496519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da página que o JS enxerga e pode mudar: cada tag vira um objeto manipulável.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JS mora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enquanto, sem arquivo separado. Ele fica dentro do HTML.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400800" cy="3794760"/>
          </a:xfrm>
          <a:prstGeom prst="roundRect">
            <a:avLst>
              <a:gd name="adj" fmla="val 1687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943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todo o HTML da página aqui --&gt;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&lt;script&gt;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o JavaScript fica aqui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&lt;/script&gt;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23760" y="214884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79792" y="2313432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 FINAL?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9792" y="26060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HTML carrega de cima pra baixo. Se o &lt;script&gt; vier antes, ele procura elementos que ainda não existem.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23760" y="4023360"/>
            <a:ext cx="4023360" cy="1920240"/>
          </a:xfrm>
          <a:prstGeom prst="roundRect">
            <a:avLst>
              <a:gd name="adj" fmla="val 3333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79792" y="4187952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9792" y="44805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novo arquivo.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vai dentro do &lt;head&gt;.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antes do &lt;/body&gt;.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&gt;_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DevTools: sua ferramenta de debug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abrir: F12 ou Ctrl+Shift+I. Chrome, Edge e Firefox.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 HTML renderizado e o CSS aplicado a cada elemento.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console.log() aparece. Erros de JS também mostram aqui.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2752" y="2697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arquivos JS. Dá pra pausar o código numa linha (mais pra frente).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943600" cy="1965960"/>
          </a:xfrm>
          <a:prstGeom prst="roundRect">
            <a:avLst>
              <a:gd name="adj" fmla="val 3256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4069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HTML+JS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console.log('Olá, mundo!')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console.log(42)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3977640"/>
            <a:ext cx="4572000" cy="1965960"/>
          </a:xfrm>
          <a:prstGeom prst="roundRect">
            <a:avLst>
              <a:gd name="adj" fmla="val 3256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31152" y="4142232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4434840"/>
            <a:ext cx="4069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algo não funcionar, abra o Console primeiro. É o hábito nº 1 de qualquer programador web.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x=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Variáveis: let e const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um valor. Igual às variáveis do Portugol, sem declarar tipo.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698480" cy="1600200"/>
          </a:xfrm>
          <a:prstGeom prst="roundRect">
            <a:avLst>
              <a:gd name="adj" fmla="val 4000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curtidas = 0        // pode mudar depois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curtidas = curtidas + 1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nome = 'Lucas'    // não pode ser reatribuída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9776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quando o valor vai mudar (contador, resposta do usuário)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4622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4622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quando o valor é fixo (uma referência a um elemento)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9469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'texto'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94690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— sempre entre aspas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4315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543153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— sem aspas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916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59161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— sem aspas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 e span: caixas sem significado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você precisa de um grupo que não é header, section, nem footer.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1965960"/>
          </a:xfrm>
          <a:prstGeom prst="roundRect">
            <a:avLst>
              <a:gd name="adj" fmla="val 3256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— BLOCO GENÉRICO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542032"/>
            <a:ext cx="4754880" cy="777240"/>
          </a:xfrm>
          <a:prstGeom prst="roundRect">
            <a:avLst>
              <a:gd name="adj" fmla="val 823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7249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id="resultado-quiz"&gt;&lt;/div&gt;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a linha toda. Serve pra agrupar coisas sem ter significado próprio.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210312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226771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— GENÉRICO EM LINHA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542032"/>
            <a:ext cx="4617720" cy="777240"/>
          </a:xfrm>
          <a:prstGeom prst="roundRect">
            <a:avLst>
              <a:gd name="adj" fmla="val 823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7249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acertou &lt;span id="pontuacao"&gt;0&lt;/span&gt; de 3.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340156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dentro do texto. Serve pra destacar ou marcar uma palavra específica.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0698480" cy="1417320"/>
          </a:xfrm>
          <a:prstGeom prst="roundRect">
            <a:avLst>
              <a:gd name="adj" fmla="val 4516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4416552"/>
            <a:ext cx="1018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existe uma tag semântica que descreve o que é (header, section, footer), use ela. div e span são o último recurso — a caixa que você usa quando nenhuma outra tag descreve o que está ali, geralmente porque o JS vai preencher ou controlar aquele espaço.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852160"/>
            <a:ext cx="10698480" cy="502920"/>
          </a:xfrm>
          <a:prstGeom prst="roundRect">
            <a:avLst>
              <a:gd name="adj" fmla="val 1272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852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Guardem o exemplo do span de pontuação — ele vai voltar no exercício de hoje.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getElementById: o método mais direto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exatamente o que vocês aprenderam na aula passada: o id.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698480" cy="1737360"/>
          </a:xfrm>
          <a:prstGeom prst="roundRect">
            <a:avLst>
              <a:gd name="adj" fmla="val 3684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id="btn-tema"&gt;Modo escuro&lt;/button&gt;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botao = document.getElementById('btn-tema')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212080" cy="2331720"/>
          </a:xfrm>
          <a:prstGeom prst="roundRect">
            <a:avLst>
              <a:gd name="adj" fmla="val 2745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418795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getElementById('#btn-tema')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# é hábito do CSS. Aqui NÃO entra — só o nome puro do id.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4023360"/>
            <a:ext cx="5074920" cy="2331720"/>
          </a:xfrm>
          <a:prstGeom prst="roundRect">
            <a:avLst>
              <a:gd name="adj" fmla="val 2745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5352" y="418795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43484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com id. Não dá pra usar com class, nem com tag (p, ul...). Pra isso, existe o próximo método.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querySelector: a sintaxe do CSS, no JS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qualquer seletor que vocês já usam no style.css.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698480" cy="1737360"/>
          </a:xfrm>
          <a:prstGeom prst="roundRect">
            <a:avLst>
              <a:gd name="adj" fmla="val 3684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document.querySelector('#btn-tema')      // por id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document.querySelector('.skill-list')    // por classe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document.querySelector('p')              // por tag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212080" cy="2331720"/>
          </a:xfrm>
          <a:prstGeom prst="roundRect">
            <a:avLst>
              <a:gd name="adj" fmla="val 274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418795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O MAIS USADO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só, três tipos de seletor. Se vocês souberem o seletor CSS, já sabem usar o querySelector.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4023360"/>
            <a:ext cx="5074920" cy="2331720"/>
          </a:xfrm>
          <a:prstGeom prst="roundRect">
            <a:avLst>
              <a:gd name="adj" fmla="val 2745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5352" y="418795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43484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vários elementos têm a mesma class, querySelector pega só o PRIMEIRO que encontrar na página.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querySelectorAll: quando você quer todos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irmão do querySelector, mas pega a lista inteira.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698480" cy="1005840"/>
          </a:xfrm>
          <a:prstGeom prst="roundRect">
            <a:avLst>
              <a:gd name="adj" fmla="val 6364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document.querySelectorAll('.skill-list li')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698480" cy="2377440"/>
          </a:xfrm>
          <a:prstGeom prst="roundRect">
            <a:avLst>
              <a:gd name="adj" fmla="val 2692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456432"/>
            <a:ext cx="1018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1 elemento — o primeiro que encontrar.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uma LISTA com todos que combinam — mesmo que seja só 1.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52160"/>
            <a:ext cx="10698480" cy="502920"/>
          </a:xfrm>
          <a:prstGeom prst="roundRect">
            <a:avLst>
              <a:gd name="adj" fmla="val 1272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852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usar cada item da lista, mais pra frente vocês vão ver loops. Hoje, só saber que existe já basta.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método escolher?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pra situação, não decore a regra.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sei o id exato do elemento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0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getElementById ou querySelector('#...')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9008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usar a mesma lógica do CSS (#, ., tag)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299008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querySelector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831336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de TODOS os elementos que combinam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383133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querySelectorAll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67258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existe 1 desse elemento na página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467258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qualquer um dos 2 primeiros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13832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1383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qual eu uso?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55138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querySelector — resolve quase tudo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do addEventListener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comando que faz o JS esperar e reagir a um clique.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698480" cy="1463040"/>
          </a:xfrm>
          <a:prstGeom prst="roundRect">
            <a:avLst>
              <a:gd name="adj" fmla="val 4375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botao.addEventListener('click', function() {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console.log('clicou!')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elemento que estamos observando (achado com getElementById ou querySelector)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.addEventListener(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"escute por um evento nesse elemento"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4892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evento — o que estamos esperando acontecer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function() { ... 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5440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quando o evento acontecer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comuns: referência rápida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'click' é só um evento entre vários.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41376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233172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286207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clicou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91000" y="2148840"/>
            <a:ext cx="341376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92168" y="233172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92168" y="286207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mouse passou por cima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33360" y="2148840"/>
            <a:ext cx="341376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34528" y="233172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34528" y="286207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tecla foi pressionada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41376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416052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9808" y="469087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formulário foi enviado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91000" y="3977640"/>
            <a:ext cx="341376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92168" y="416052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392168" y="469087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de um campo mudou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833360" y="3977640"/>
            <a:ext cx="3413760" cy="1600200"/>
          </a:xfrm>
          <a:prstGeom prst="roundRect">
            <a:avLst>
              <a:gd name="adj" fmla="val 4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34528" y="416052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034528" y="4690872"/>
            <a:ext cx="3011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terminou de carregar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Mudando a página: 2 comandos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encontrar e escutar um elemento, o JS pode mudar ele.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212080" cy="3703320"/>
          </a:xfrm>
          <a:prstGeom prst="roundRect">
            <a:avLst>
              <a:gd name="adj" fmla="val 1728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31343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innerText — TROCAR TEXTO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4754880" cy="1005840"/>
          </a:xfrm>
          <a:prstGeom prst="roundRect">
            <a:avLst>
              <a:gd name="adj" fmla="val 6364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788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 = document.querySelector('#pontuacao')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p.innerText = '3'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ou substitui o texto visível de um elemento — como aquele span de pontuação. O conteúdo antigo some.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2148840"/>
            <a:ext cx="5074920" cy="3703320"/>
          </a:xfrm>
          <a:prstGeom prst="roundRect">
            <a:avLst>
              <a:gd name="adj" fmla="val 1728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231343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 — TROCAR ESTILO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4617720" cy="1325880"/>
          </a:xfrm>
          <a:prstGeom prst="roundRect">
            <a:avLst>
              <a:gd name="adj" fmla="val 4828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7889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elemento.classList.add('dark')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elemento.classList.remove('dark')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elemento.classList.toggle('dark')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02336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adiciona ·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tira ·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alterna — como um interruptor.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Condicionais: vocês já sabem isso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if/else do JS é o se/senão do Portugol, com sintaxe diferente.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3429000"/>
          </a:xfrm>
          <a:prstGeom prst="roundRect">
            <a:avLst>
              <a:gd name="adj" fmla="val 186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542032"/>
            <a:ext cx="4754880" cy="2743200"/>
          </a:xfrm>
          <a:prstGeom prst="roundRect">
            <a:avLst>
              <a:gd name="adj" fmla="val 2333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724912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(curtidas &gt; 10) entao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escreval('Popular!')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escreval('Poucas curtidas')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2103120"/>
            <a:ext cx="5074920" cy="3429000"/>
          </a:xfrm>
          <a:prstGeom prst="roundRect">
            <a:avLst>
              <a:gd name="adj" fmla="val 186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2" y="226771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542032"/>
            <a:ext cx="4617720" cy="2743200"/>
          </a:xfrm>
          <a:prstGeom prst="roundRect">
            <a:avLst>
              <a:gd name="adj" fmla="val 2333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724912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(curtidas &gt; 10)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console.log('Popular!')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console.log('Poucas curtidas')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0698480" cy="502920"/>
          </a:xfrm>
          <a:prstGeom prst="roundRect">
            <a:avLst>
              <a:gd name="adj" fmla="val 1272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5669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{ } no lugar de entao/fimse. Parênteses ( ) na condição, sempre.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Funções: aquele function() { } explicado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que vocês já usaram dentro do addEventListener tem nome.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3566160"/>
          </a:xfrm>
          <a:prstGeom prst="roundRect">
            <a:avLst>
              <a:gd name="adj" fmla="val 1795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NOMEADA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542032"/>
            <a:ext cx="4754880" cy="1828800"/>
          </a:xfrm>
          <a:prstGeom prst="roundRect">
            <a:avLst>
              <a:gd name="adj" fmla="val 3500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724912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comemorar()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console.log('Parabéns!')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comemorar()   // chama quando quiser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nome, pode ser chamada várias vezes em lugares diferentes.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2103120"/>
            <a:ext cx="5074920" cy="3566160"/>
          </a:xfrm>
          <a:prstGeom prst="roundRect">
            <a:avLst>
              <a:gd name="adj" fmla="val 179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2267712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ANÔNIMA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542032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72491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botao.addEventListener('click', function()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console.log('clicou!')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406908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nome, criada na hora, só pra esse addEventListener usar.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Referência: o que vamos usar hoje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memorizar. Use como cola enquanto pratica.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103120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2103120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JS mora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66460" y="2103120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11" name="Text 9"/>
          <p:cNvSpPr/>
          <p:nvPr/>
        </p:nvSpPr>
        <p:spPr>
          <a:xfrm>
            <a:off x="6131052" y="2103120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 / &lt;span&gt;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18220" y="2103120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sem significado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24912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2724912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algo no Console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66460" y="2724912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17" name="Text 15"/>
          <p:cNvSpPr/>
          <p:nvPr/>
        </p:nvSpPr>
        <p:spPr>
          <a:xfrm>
            <a:off x="6131052" y="2724912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/ const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18220" y="2724912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variável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6704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346704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0" y="3346704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por id — sem #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66460" y="3346704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23" name="Text 21"/>
          <p:cNvSpPr/>
          <p:nvPr/>
        </p:nvSpPr>
        <p:spPr>
          <a:xfrm>
            <a:off x="6131052" y="3346704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18220" y="3346704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1, sintaxe do CSS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968496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968496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0" y="3968496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todos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66460" y="3968496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29" name="Text 27"/>
          <p:cNvSpPr/>
          <p:nvPr/>
        </p:nvSpPr>
        <p:spPr>
          <a:xfrm>
            <a:off x="6131052" y="3968496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.addEventListener()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18220" y="3968496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escutar um evento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590288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459028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.innerText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0" y="4590288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ou trocar o texto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66460" y="4590288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35" name="Text 33"/>
          <p:cNvSpPr/>
          <p:nvPr/>
        </p:nvSpPr>
        <p:spPr>
          <a:xfrm>
            <a:off x="6131052" y="459028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.classList.toggle()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618220" y="4590288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 uma classe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212080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212080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else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200400" y="5212080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66460" y="5212080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41" name="Text 39"/>
          <p:cNvSpPr/>
          <p:nvPr/>
        </p:nvSpPr>
        <p:spPr>
          <a:xfrm>
            <a:off x="6131052" y="5212080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função() { }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618220" y="5212080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nomeado ou anônimo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5833872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" y="5833872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200400" y="5833872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concatenar texto e número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966460" y="5833872"/>
            <a:ext cx="5280660" cy="484632"/>
          </a:xfrm>
          <a:prstGeom prst="roundRect">
            <a:avLst>
              <a:gd name="adj" fmla="val 11321"/>
            </a:avLst>
          </a:prstGeom>
          <a:solidFill>
            <a:srgbClr val="F2EEF9"/>
          </a:solidFill>
          <a:ln/>
        </p:spPr>
      </p:sp>
      <p:sp>
        <p:nvSpPr>
          <p:cNvPr id="47" name="Text 45"/>
          <p:cNvSpPr/>
          <p:nvPr/>
        </p:nvSpPr>
        <p:spPr>
          <a:xfrm>
            <a:off x="6131052" y="5833872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618220" y="5833872"/>
            <a:ext cx="24460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clique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 ·  15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25F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 os erros no JavaScript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antes de rodar. Pense no que cada linha faz.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492240" cy="3931920"/>
          </a:xfrm>
          <a:prstGeom prst="roundRect">
            <a:avLst>
              <a:gd name="adj" fmla="val 1628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HTML+JS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id="btn-curtir"&gt;Curtir&lt;/button&gt;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btnCurtir = document.getElementById('#btn-curtir')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curtidas = 0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btnCurtir.addEventListener('click' function()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curtidas = curtidas + 1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btnCurtir.innerText = 'Curtidas: ' curtidas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2103120"/>
            <a:ext cx="4023360" cy="3931920"/>
          </a:xfrm>
          <a:prstGeom prst="roundRect">
            <a:avLst>
              <a:gd name="adj" fmla="val 1628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2286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OS 3 ERROS: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52360" y="2743200"/>
            <a:ext cx="384048" cy="384048"/>
          </a:xfrm>
          <a:prstGeom prst="ellipse">
            <a:avLst/>
          </a:prstGeom>
          <a:solidFill>
            <a:srgbClr val="F25F5C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5528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getElementById('#btn-curtir')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não usa # → só 'btn-curtir'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3703320"/>
            <a:ext cx="384048" cy="384048"/>
          </a:xfrm>
          <a:prstGeom prst="ellipse">
            <a:avLst/>
          </a:prstGeom>
          <a:solidFill>
            <a:srgbClr val="F25F5C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55280" y="3703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 function()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40507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 vírgula entre o evento e a função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4663440"/>
            <a:ext cx="384048" cy="384048"/>
          </a:xfrm>
          <a:prstGeom prst="ellipse">
            <a:avLst/>
          </a:prstGeom>
          <a:solidFill>
            <a:srgbClr val="F25F5C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'Curtidas: ' curtidas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55280" y="50109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o + pra concatenar texto com número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DARK MODE · PARTE 1 DE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6A62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1: o botão no HTML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dentro do &lt;header&gt;, logo depois do &lt;p class="intro"&gt;.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949440" cy="4023360"/>
          </a:xfrm>
          <a:prstGeom prst="roundRect">
            <a:avLst>
              <a:gd name="adj" fmla="val 159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6492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class="avatar" src="avatar.jpg" alt="..." /&gt;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class="tag"&gt;desenvolvedor full stack&lt;/p&gt;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&lt;h1&gt;Lucas Gabriel&lt;/h1&gt;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class="intro"&gt;...&lt;/p&gt;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ADICIONAR AQUI: --&gt;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id="btn-tema"&gt;Modo escuro&lt;/button&gt;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2103120"/>
            <a:ext cx="3611880" cy="4023360"/>
          </a:xfrm>
          <a:prstGeom prst="roundRect">
            <a:avLst>
              <a:gd name="adj" fmla="val 1772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91272" y="226771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APARECER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560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sem estilo por enquanto. Na próxima parte a gente deixa ele bonito com CSS.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534924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0" y="5349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Salve, recarregue, confirme que o botão apareceu.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DARK MODE · PARTE 2 DE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6A62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2: o estilo no CSS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no final do style.css.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492240" cy="4023360"/>
          </a:xfrm>
          <a:prstGeom prst="roundRect">
            <a:avLst>
              <a:gd name="adj" fmla="val 1591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#btn-tema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margin-top: 16px;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8px 18px;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none;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6px;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cursor: pointer;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 que muda quando body tem class="dark" */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#111827;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#f3f4f6;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section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#1f2937;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2103120"/>
            <a:ext cx="4023360" cy="4023360"/>
          </a:xfrm>
          <a:prstGeom prst="roundRect">
            <a:avLst>
              <a:gd name="adj" fmla="val 1591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79792" y="2267712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BODY.DARK?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9792" y="260604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classe dark: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normais valem.
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classe dark: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body.dark { } passa a valer também — e como vem depois, ganha da regra normal.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DARK MODE · PARTE 3 DE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6A62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3: o comportamento no JS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antes do &lt;/body&gt;, depois de todo o HTML.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858000" cy="2880360"/>
          </a:xfrm>
          <a:prstGeom prst="roundRect">
            <a:avLst>
              <a:gd name="adj" fmla="val 2222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HTML+JS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6400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botao = document.getElementById('btn-tema')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botao.addEventListener('click', function() {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document.body.classList.toggle('dark')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43800" y="2103120"/>
            <a:ext cx="3703320" cy="2880360"/>
          </a:xfrm>
          <a:prstGeom prst="roundRect">
            <a:avLst>
              <a:gd name="adj" fmla="val 2222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99832" y="226771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COMANDOS JUNTOS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2542032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encontrou o botão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esperou o clique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classList.toggle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trocou a aparência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0698480" cy="1051560"/>
          </a:xfrm>
          <a:prstGeom prst="roundRect">
            <a:avLst>
              <a:gd name="adj" fmla="val 6087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663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Salve, recarregue, clique no botão. A página escurece. Clique de novo — volta ao normal.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 ·  20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25F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 na sua página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3 etapas, agora na página que você construiu.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20440" cy="3017520"/>
          </a:xfrm>
          <a:prstGeom prst="roundRect">
            <a:avLst>
              <a:gd name="adj" fmla="val 2121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37744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9260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 id="btn-tema"&gt; dentro do seu header, depois do &lt;p class="intro"&gt;.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97680" y="2194560"/>
            <a:ext cx="3520440" cy="3017520"/>
          </a:xfrm>
          <a:prstGeom prst="roundRect">
            <a:avLst>
              <a:gd name="adj" fmla="val 2121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237744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3712" y="29260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do #btn-tema e as regras body.dark no seu style.css.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0" y="2194560"/>
            <a:ext cx="3520440" cy="3017520"/>
          </a:xfrm>
          <a:prstGeom prst="roundRect">
            <a:avLst>
              <a:gd name="adj" fmla="val 2121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237744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2396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9260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antes do &lt;/body&gt;, com getElementById + addEventListener + classList.toggle.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10698480" cy="868680"/>
          </a:xfrm>
          <a:prstGeom prst="roundRect">
            <a:avLst>
              <a:gd name="adj" fmla="val 7368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440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funcionar: F12 → Console → leia o erro em vermelho. O mais comum: id diferente no HTML e no getElementById.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CONTADOR DE CURTIDAS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6A62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botão que conta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arquivos, três pequenas adições.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698480" cy="960120"/>
          </a:xfrm>
          <a:prstGeom prst="roundRect">
            <a:avLst>
              <a:gd name="adj" fmla="val 6667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HTML: dentro da section Links --&gt;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id="btn-curtir"&gt;❤️ Curtir&lt;/button&gt;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120640" cy="1828800"/>
          </a:xfrm>
          <a:prstGeom prst="roundRect">
            <a:avLst>
              <a:gd name="adj" fmla="val 3500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 */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#btn-curtir {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20px; border: none;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6px; cursor: pointer;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#e11d48; color: white;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3200400"/>
            <a:ext cx="5806440" cy="1828800"/>
          </a:xfrm>
          <a:prstGeom prst="roundRect">
            <a:avLst>
              <a:gd name="adj" fmla="val 3500"/>
            </a:avLst>
          </a:prstGeom>
          <a:solidFill>
            <a:srgbClr val="1E204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424160" y="3291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B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338328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JS: dentro do &lt;script&gt;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btn = document.getElementById('btn-curtir')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curtidas = 0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btn.addEventListener('click', function()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curtidas = curtidas + 1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btn.innerText = '❤️ ' + curtidas + ' curtidas'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0698480" cy="1005840"/>
          </a:xfrm>
          <a:prstGeom prst="roundRect">
            <a:avLst>
              <a:gd name="adj" fmla="val 6364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2120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'❤️ ' + curtidas + ' curtidas' é concatenação: o + junta texto com número, formando uma frase nova.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6B3F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que funciona, e que dá pra ler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947672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que dizem o que a variável guarda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2350008"/>
            <a:ext cx="4686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curtidas, não let 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12180" y="196596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121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5100" y="1947672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querySelector com a mesma sintaxe do CSS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5100" y="2350008"/>
            <a:ext cx="4686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#id, .classe, tag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182112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feche as chaves { }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51560" y="3584448"/>
            <a:ext cx="4686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{ tem um } — igual tag em HTML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2180" y="320040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121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15100" y="3182112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console.log() pra testar, não pra deixar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5100" y="3584448"/>
            <a:ext cx="4686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remova antes de considerar pronto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4416552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Indente o que está dentro de { }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51560" y="4818888"/>
            <a:ext cx="4686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ou 4 espaços por nível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12180" y="4434840"/>
            <a:ext cx="384048" cy="384048"/>
          </a:xfrm>
          <a:prstGeom prst="ellipse">
            <a:avLst/>
          </a:prstGeom>
          <a:solidFill>
            <a:srgbClr val="6B3FA0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121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15100" y="4416552"/>
            <a:ext cx="4686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div/span só quando nada semântico serve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5100" y="4818888"/>
            <a:ext cx="4686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header, section, footer vêm primeiro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25F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no Console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mensagem de erro é metade do trabalho de resolver.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698480" cy="960120"/>
          </a:xfrm>
          <a:prstGeom prst="roundRect">
            <a:avLst>
              <a:gd name="adj" fmla="val 6667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2128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is not defined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21284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usou uma variável antes de criar ela com let, ou digitou o nome errado.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0698480" cy="960120"/>
          </a:xfrm>
          <a:prstGeom prst="roundRect">
            <a:avLst>
              <a:gd name="adj" fmla="val 6667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31012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read properties of null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31012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getElementById/querySelector não achou o elemento. Confira o id.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0698480" cy="960120"/>
          </a:xfrm>
          <a:prstGeom prst="roundRect">
            <a:avLst>
              <a:gd name="adj" fmla="val 6667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074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Unexpected token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4074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uma vírgula, parêntese ou chave. Releia a linha apontada pelo erro.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0698480" cy="960120"/>
          </a:xfrm>
          <a:prstGeom prst="roundRect">
            <a:avLst>
              <a:gd name="adj" fmla="val 6667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5046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is not a function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550468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tentou chamar algo que não é uma função — confira a grafia do comando.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 ·  TRILHA LIVRE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45952" y="384048"/>
            <a:ext cx="594360" cy="594360"/>
          </a:xfrm>
          <a:prstGeom prst="ellipse">
            <a:avLst/>
          </a:prstGeom>
          <a:solidFill>
            <a:srgbClr val="F25F5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 agora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trilha que faz sentido pra onde você está.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120640" cy="3977640"/>
          </a:xfrm>
          <a:prstGeom prst="roundRect">
            <a:avLst>
              <a:gd name="adj" fmla="val 1609"/>
            </a:avLst>
          </a:prstGeom>
          <a:solidFill>
            <a:srgbClr val="F2EE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A · reforço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ainda está terminando o dark mode, foque nisso.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terminar, adicione o contador de curtidas.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corra — cada feature funcionando vale mais do que duas quebradas.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5669280" cy="3977640"/>
          </a:xfrm>
          <a:prstGeom prst="roundRect">
            <a:avLst>
              <a:gd name="adj" fmla="val 1609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B · desafio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página nova: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quiz.html
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perguntas sobre o tema da sua página do exercício 2.
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id="pontuacao"&gt;0&lt;/span&gt;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mostrar a pontuação que atualiza.
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1 ponto e atualiza o span.
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uma mensagem, sem somar.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de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34376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623"/>
                </a:solidFill>
              </a:rPr>
              <a:t>RESUMO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div/span agrupam sem significado — use tags semânticas primeiro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usa só o nome do id, sem #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usa a sintaxe do CSS: #, ., tag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 retorna todos, não só o primeiro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espera um clique (ou outro evento)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classList.toggle alterna uma classe CSS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é o se/senão do Portugol, com { 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715000" cy="4160520"/>
          </a:xfrm>
          <a:prstGeom prst="roundRect">
            <a:avLst>
              <a:gd name="adj" fmla="val 1538"/>
            </a:avLst>
          </a:prstGeom>
          <a:solidFill>
            <a:srgbClr val="34376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623"/>
                </a:solidFill>
              </a:rPr>
              <a:t>EXIT CHECK · 6 PERGUNTAS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42316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div e section?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084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usa # ou não?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método pega TODOS os elementos?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acontece: let x = 0 e depois x = x + 1?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61772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eu mudo o texto de um elemento?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5166360"/>
            <a:ext cx="384048" cy="384048"/>
          </a:xfrm>
          <a:prstGeom prst="ellipse">
            <a:avLst/>
          </a:prstGeom>
          <a:solidFill>
            <a:srgbClr val="F6A623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5166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eu vejo os erros do meu JS?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mais eventos, arrays com map, e formulários que validam antes de enviar.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FUNDAMENTOS · CARTÃO DIGITAL · 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— Fundamentos sólidos</dc:title>
  <dc:subject>PptxGenJS Presentation</dc:subject>
  <dc:creator>Lucas Gabriel</dc:creator>
  <cp:lastModifiedBy>Lucas Gabriel</cp:lastModifiedBy>
  <cp:revision>1</cp:revision>
  <dcterms:created xsi:type="dcterms:W3CDTF">2026-07-03T13:22:21Z</dcterms:created>
  <dcterms:modified xsi:type="dcterms:W3CDTF">2026-07-03T13:22:21Z</dcterms:modified>
</cp:coreProperties>
</file>